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a simple synonym for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"to deal successfully with a difficult situation"?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is a simple synonym for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"to deal successfully with a difficult situation"?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To cope with it.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a problem is too big to solve,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it can feel __________.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(Fill in the blank)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a problem is too big to solve,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it can feel __________.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(Fill in the blank)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Overwhelming.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does it mean to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"overcome an obstacle"?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does it mean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"overcome an obstacle"?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To successfully solve a problem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or defeat a challenge.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Complete the sentence: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"Due to funding __________, we cannot buy new computers."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Complete the sentence: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"Due to funding __________, we cannot buy new computers."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Limitations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(or restrictions).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word describes the ability to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recover quickly from difficulties or stress?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word describes the ability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recover quickly from difficulties or stress?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Resilience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(or resilient).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the noun form of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verb "to adapt"?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is the noun form of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the verb "to adapt"?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Adaptation.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does "adapt" mean?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does "adapt" mean?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To change your behaviour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so you can deal with a new situation.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the opposite of a "strength"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when talking about human abilities?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Core Vocabulary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is the opposite of a "strength"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when talking about human abilities?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A weakness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(or limitation).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Correct this sentence: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"He is more taller than his brother."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Correct this sentence: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"He is more taller than his brother."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"He is taller than his brother."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(Remove "more".)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can you make the comparison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"more expensive" sound much stronger?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10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How can you make the comparison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"more expensive" sound much stronger?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Use modifiers: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significantly / far / way more expensive.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the superlative form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of the adjective "bad"?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11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is the superlative form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of the adjective "bad"?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The worst.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Change to "not as... as" structure: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"Driving is faster than walking."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12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Change to "not as... as" structure: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"Driving is faster than walking."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"Walking is not as fast as driving."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modifier means a very small difference?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(e.g., "He is _____ taller than me.")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13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modifier means a very small difference?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(e.g., "He is _____ taller than me.")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Slightly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(or a bit / a little).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Complete the double comparison: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"The harder you study, the _______ your grades will be."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14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Grammar: Comparisons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Complete the double comparison: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"The harder you study, the _______ your grades will be."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Better.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the ungradable (extreme)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adjective for "very angry"?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15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is the ungradable (extreme)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adjective for "very angry"?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Furious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(or livid).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Can you say "I am very exhausted"?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Why or why not?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16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Can you say "I am very exhausted"?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Why or why not?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No. "Exhausted" is ungradable.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Use "absolutely exhausted" — not "very".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does the ungradable adjective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"freezing" mean?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17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does the ungradable adjective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"freezing" mean?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Very cold.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Match the base adjective "tasty" to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its extreme, ungradable equivalent.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18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Match the base adjective "tasty"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its extreme, ungradable equivalent.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Delicious.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19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a movie is "absolutely hilarious,"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funny was it?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19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a movie is "absolutely hilarious,"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how funny was it?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Very funny / extremely funny.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20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the ungradable adjective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for "very small"?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20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Ungradable Adjectives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is the ungradable adjective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for "very small"?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Tiny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(or minuscule).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21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 we call the study of how people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interact with their working environments?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21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 we call the study of how people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interact with their working environments?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Ergonomics.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22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a machine is "user-friendly,"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does that mean?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22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a machine is "user-friendly,"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does that mean?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It is easy for a human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to use and understand.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23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does it mean to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"work in isolation"?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23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does it mean 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"work in isolation"?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To work completely alone,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away from other people.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24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a "human error"?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24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is a "human error"?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A mistake made by a person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rather than a failure of a machine.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25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2809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the phrase for losing your job because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company no longer needs your position?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25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5  |  Human Interactions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is the phrase for losing your job because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the company no longer needs your position?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Being made redundant.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26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idiom means a story suddenly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became the main news item everywhere?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26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idiom means a story suddenly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became the main news item everywhere?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It made headlines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(or hit the headlines).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27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a video gets millions of views online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 one day, it has gone ________.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27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a video gets millions of views online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in one day, it has gone ________.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Viral.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28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does it mean if a music video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"got a lot of hits"?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28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does it mean if a music video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"got a lot of hits"?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It received a large number of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views, clicks, or visits online.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29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phrase means to attract public focus?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("The story ________ the media's attention.")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29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phrase means to attract public focus?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("The story ________ the media's attention.")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Caught the media's attention.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 you call a famous person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who is constantly followed by the media?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30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 you call a famous person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who is constantly followed by the media?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A celebrity.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is the difference between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being "famous" and being "infamous"?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31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is the difference between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being "famous" and being "infamous"?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Famous = well-known for something good.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Infamous = well-known for something bad.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a person is thrust "into the spotlight,"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has happened to them?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32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Fame &amp; The Media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a person is thrust "into the spotlight,"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has happened to them?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They have suddenly received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a huge amount of public attention.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basic reporting verb do you use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to just repeat someone's words?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33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basic reporting verb do you use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to just repeat someone's words?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Say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(or tell).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a person says they did not commit a crime,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they ________ the accusations.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34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a person says they did not commit a crime,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they ________ the accusations.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Denied.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True or False: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"deny" is followed by an infinitive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(e.g., He denied to go).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35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True or False: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"deny" is followed by an infinitive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(e.g., He denied to go).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FALSE.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"Deny" takes a gerund: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"He denied going."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someone strongly states something must happen,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they ________ on it.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36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someone strongly states something must happen,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they ________ on 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Insist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(or insisted on).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reporting verb means to say something is true,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even if you cannot prove it yet?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37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reporting verb means to say something is true,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even if you cannot prove it yet?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To claim.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(e.g., "He claims he saw a UFO.")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Change to reported speech: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"I will call you tomorrow," John said.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38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Change to reported speech: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"I will call you tomorrow," John said.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John said he would call me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the next day.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39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a spokesperson officially states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that a rumour is true, they ________ it.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39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a spokesperson officially states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that a rumour is true, they ________ 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Confirm.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reporting verb means to officially suggest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plan or idea for consideration?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40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reporting verb means to officially suggest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a plan or idea for consideration?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To propose.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you agree with someone's opinion
in a formal discussion, you say "I ________."
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41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you agree with someone's opinion
in a formal discussion, you say "I ________."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Concur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(or agree).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verb means to state publicly that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you are no longer supporting something?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42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Reporting Verbs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verb means to state publicly that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you are no longer supporting something?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To disavow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(or distance oneself from).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verb collocates with "innocence"?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("The suspect continues to _______ his innocence.")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43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verb collocates with "innocence"?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("The suspect continues to _______ his innocence.")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Claim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(or assert / maintain).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a public figure says sorry formally,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they issue a public ________.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44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a public figure says sorry formally,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they issue a public ________.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Apology.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 we call an unexpected,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sudden piece of bad luck or an accident?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45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 we call an unexpected,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sudden piece of bad luck or an accident?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A mishap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(or misfortune / setback).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a plan goes completely wrong,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 say it went ________.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46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a plan goes completely wrong,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we say it went ________.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Awry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(or wrong).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9B1C1C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[A] Advanced Only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Complete: "The police are looking into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matter to ________ rumours."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EE2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1C1C"/>
                </a:solidFill>
              </a:rPr>
              <a:t>47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B1C1C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Complete: "The police are looking into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the matter to ________ rumours."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Dispel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9B1C1C"/>
                </a:solidFill>
              </a:rPr>
              <a:t>(or clear up / investigate).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9B1C1C"/>
          </a:solidFill>
          <a:ln w="12700">
            <a:solidFill>
              <a:srgbClr val="9B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does it mean if a piece of news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is "out of the blue"?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48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does it mean if a piece of news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is "out of the blue"?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It is completely unexpected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and surprising.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49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27674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[G] Beginner / Intermediate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If something happens "by chance,"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does that mean?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1FA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6749"/>
                </a:solidFill>
              </a:rPr>
              <a:t>49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7674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If something happens "by chance,"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does that mean?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It happened accidentally,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76749"/>
                </a:solidFill>
              </a:rPr>
              <a:t>without being planned.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76749"/>
          </a:solidFill>
          <a:ln w="12700">
            <a:solidFill>
              <a:srgbClr val="2767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</a:rPr>
              <a:t>50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178040" y="246888"/>
            <a:ext cx="1600200" cy="310896"/>
          </a:xfrm>
          <a:prstGeom prst="roundRect">
            <a:avLst>
              <a:gd name="adj" fmla="val 20588"/>
            </a:avLst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7178040" y="2468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[I] Intermediate / Advanced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A020"/>
                </a:solidFill>
              </a:rPr>
              <a:t>QUESTION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09728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word describes an event that happens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at the exact same time as another by pure luck?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C30"/>
          </a:solidFill>
          <a:ln w="12700">
            <a:solidFill>
              <a:srgbClr val="0F1C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FA5"/>
                </a:solidFill>
              </a:rPr>
              <a:t>Click for the answer  &gt;&gt;</a:t>
            </a:r>
            <a:endParaRPr lang="en-US" sz="11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EF3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92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50 / 50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874520" y="2926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Unit 6  |  Collocations &amp; Unexpected Events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45309"/>
                </a:solidFill>
              </a:rPr>
              <a:t>ANSWER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804672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115568"/>
            <a:ext cx="77724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What word describes an event that happens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at the exact same time as another by pure luck?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A coincidence.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Click for next question  &gt;&gt;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Units 5 &amp; 6 Flashcard Deck - 50 Q&amp;A</dc:title>
  <dc:subject>PptxGenJS Presentation</dc:subject>
  <dc:creator>PptxGenJS</dc:creator>
  <cp:lastModifiedBy>PptxGenJS</cp:lastModifiedBy>
  <cp:revision>1</cp:revision>
  <dcterms:created xsi:type="dcterms:W3CDTF">2026-05-30T01:14:00Z</dcterms:created>
  <dcterms:modified xsi:type="dcterms:W3CDTF">2026-05-30T01:14:00Z</dcterms:modified>
</cp:coreProperties>
</file>